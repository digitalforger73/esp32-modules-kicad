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42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56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144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2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40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01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8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02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5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117B5-3370-4BB2-BD59-F236C9B84A2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C865E-A7EC-4541-9181-A97389CD38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3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부품을 </a:t>
            </a:r>
            <a:r>
              <a:rPr lang="ko-KR" altLang="en-US"/>
              <a:t>교체하기에 </a:t>
            </a:r>
            <a:r>
              <a:rPr lang="ko-KR" altLang="en-US" smtClean="0"/>
              <a:t>앞서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교체할 부품이 </a:t>
            </a:r>
            <a:r>
              <a:rPr lang="en-US" altLang="ko-KR" smtClean="0"/>
              <a:t>KiCad </a:t>
            </a:r>
            <a:r>
              <a:rPr lang="ko-KR" altLang="en-US" smtClean="0"/>
              <a:t>라이브러리에 있는지 먼저 확인합니다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없을 경우</a:t>
            </a:r>
            <a:r>
              <a:rPr lang="en-US" altLang="ko-KR" smtClean="0"/>
              <a:t>, </a:t>
            </a:r>
            <a:r>
              <a:rPr lang="ko-KR" altLang="en-US" smtClean="0"/>
              <a:t>온라인으로 검색하여 찾은 후 라이브러리에 추가합니다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부품 검색 엔진</a:t>
            </a:r>
            <a:r>
              <a:rPr lang="en-US" altLang="ko-KR" smtClean="0"/>
              <a:t>: www.componentsearchengine.com</a:t>
            </a:r>
          </a:p>
          <a:p>
            <a:r>
              <a:rPr lang="ko-KR" altLang="en-US" smtClean="0"/>
              <a:t>추가하는 방법은 유튜브 등을 참고하세요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https</a:t>
            </a:r>
            <a:r>
              <a:rPr lang="en-US" altLang="ko-KR"/>
              <a:t>://www.youtube.com/watch?v=7qVhKbithF0&amp;t=1237s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25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ko-KR" altLang="en-US" smtClean="0"/>
              <a:t>부품 추가하기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909320" y="1541145"/>
            <a:ext cx="10515600" cy="4351338"/>
          </a:xfrm>
        </p:spPr>
        <p:txBody>
          <a:bodyPr/>
          <a:lstStyle/>
          <a:p>
            <a:r>
              <a:rPr lang="ko-KR" altLang="en-US" smtClean="0"/>
              <a:t>오른쪽 아이콘을 누르거나 단축키 </a:t>
            </a:r>
            <a:r>
              <a:rPr lang="en-US" altLang="ko-KR" smtClean="0"/>
              <a:t>‘A’</a:t>
            </a:r>
            <a:r>
              <a:rPr lang="ko-KR" altLang="en-US" smtClean="0"/>
              <a:t>키를 눌러서 부품 추가하기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60" y="2214290"/>
            <a:ext cx="8488283" cy="451163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107168" y="2962656"/>
            <a:ext cx="169275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922356" y="4126438"/>
            <a:ext cx="1032626" cy="741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88565" y="3485981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</a:rPr>
              <a:t>대체할 부품 심볼</a:t>
            </a:r>
            <a:endParaRPr lang="ko-KR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92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 </a:t>
            </a:r>
            <a:r>
              <a:rPr lang="ko-KR" altLang="en-US" smtClean="0"/>
              <a:t>심볼 라이브러리에서 부품 찾기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1760"/>
          </a:xfrm>
        </p:spPr>
        <p:txBody>
          <a:bodyPr/>
          <a:lstStyle/>
          <a:p>
            <a:r>
              <a:rPr lang="ko-KR" altLang="en-US" smtClean="0"/>
              <a:t>라이브러리 필터에 이름을 입력</a:t>
            </a:r>
            <a:r>
              <a:rPr lang="en-US" altLang="ko-KR" smtClean="0"/>
              <a:t>(</a:t>
            </a:r>
            <a:r>
              <a:rPr lang="ko-KR" altLang="en-US" smtClean="0"/>
              <a:t>예</a:t>
            </a:r>
            <a:r>
              <a:rPr lang="en-US" altLang="ko-KR" smtClean="0"/>
              <a:t>: SKPMAME010) </a:t>
            </a:r>
            <a:r>
              <a:rPr lang="ko-KR" altLang="en-US" smtClean="0"/>
              <a:t>후</a:t>
            </a:r>
            <a:r>
              <a:rPr lang="en-US" altLang="ko-KR" smtClean="0"/>
              <a:t>, OK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81" y="2342514"/>
            <a:ext cx="7801175" cy="43699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856509" y="2593202"/>
            <a:ext cx="489528" cy="2238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6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 </a:t>
            </a:r>
            <a:r>
              <a:rPr lang="ko-KR" altLang="en-US" smtClean="0"/>
              <a:t>심볼 변경하기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85479"/>
            <a:ext cx="10515600" cy="4351338"/>
          </a:xfrm>
        </p:spPr>
        <p:txBody>
          <a:bodyPr/>
          <a:lstStyle/>
          <a:p>
            <a:r>
              <a:rPr lang="ko-KR" altLang="en-US" smtClean="0"/>
              <a:t>기존의 심볼을 지운 후</a:t>
            </a:r>
            <a:r>
              <a:rPr lang="en-US" altLang="ko-KR" smtClean="0"/>
              <a:t>, </a:t>
            </a:r>
            <a:r>
              <a:rPr lang="ko-KR" altLang="en-US" smtClean="0"/>
              <a:t>추가한 심볼을 그자리에 넣고 선 연결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5" y="2158513"/>
            <a:ext cx="8528927" cy="453323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506719" y="3849346"/>
            <a:ext cx="1522154" cy="10274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71763" y="3352087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</a:rPr>
              <a:t>추가된 부품 심볼</a:t>
            </a:r>
            <a:endParaRPr lang="ko-KR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5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4. PCB </a:t>
            </a:r>
            <a:r>
              <a:rPr lang="ko-KR" altLang="en-US" smtClean="0"/>
              <a:t>편집기 창으로 이동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ko-KR" smtClean="0"/>
              <a:t>‘PCB </a:t>
            </a:r>
            <a:r>
              <a:rPr lang="ko-KR" altLang="en-US" smtClean="0"/>
              <a:t>편집기로 이동</a:t>
            </a:r>
            <a:r>
              <a:rPr lang="en-US" altLang="ko-KR" smtClean="0"/>
              <a:t>’</a:t>
            </a:r>
            <a:r>
              <a:rPr lang="ko-KR" altLang="en-US" smtClean="0"/>
              <a:t> 아이콘을 클릭하여 이동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11" y="2244436"/>
            <a:ext cx="8419403" cy="447501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781337" y="2502524"/>
            <a:ext cx="238299" cy="222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337" y="2738096"/>
            <a:ext cx="610583" cy="55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1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09" y="2225378"/>
            <a:ext cx="8337734" cy="442942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5. PCB </a:t>
            </a:r>
            <a:r>
              <a:rPr lang="ko-KR" altLang="en-US" smtClean="0"/>
              <a:t>업데이트하기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ko-KR" smtClean="0"/>
              <a:t>‘Schematic</a:t>
            </a:r>
            <a:r>
              <a:rPr lang="ko-KR" altLang="en-US" smtClean="0"/>
              <a:t>으로부터 </a:t>
            </a:r>
            <a:r>
              <a:rPr lang="en-US" altLang="ko-KR" smtClean="0"/>
              <a:t>PCB </a:t>
            </a:r>
            <a:r>
              <a:rPr lang="ko-KR" altLang="en-US" smtClean="0"/>
              <a:t>업데이트</a:t>
            </a:r>
            <a:r>
              <a:rPr lang="en-US" altLang="ko-KR" smtClean="0"/>
              <a:t>’</a:t>
            </a:r>
            <a:r>
              <a:rPr lang="ko-KR" altLang="en-US" smtClean="0"/>
              <a:t>하기 아이콘 누르기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282227" y="2450454"/>
            <a:ext cx="238299" cy="222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54" y="2712777"/>
            <a:ext cx="620743" cy="60694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546764" y="3251200"/>
            <a:ext cx="2854612" cy="544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695515" y="3319725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</a:rPr>
              <a:t>대체할 부품 심볼</a:t>
            </a:r>
            <a:endParaRPr lang="ko-KR" altLang="en-US" sz="240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35055" y="3796145"/>
            <a:ext cx="1052021" cy="84051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8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6. </a:t>
            </a:r>
            <a:r>
              <a:rPr lang="ko-KR" altLang="en-US" smtClean="0"/>
              <a:t>추가된 부품 놓기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12265"/>
            <a:ext cx="10515600" cy="4351338"/>
          </a:xfrm>
        </p:spPr>
        <p:txBody>
          <a:bodyPr/>
          <a:lstStyle/>
          <a:p>
            <a:r>
              <a:rPr lang="ko-KR" altLang="en-US" smtClean="0"/>
              <a:t>새로 추가된 부품의 </a:t>
            </a:r>
            <a:r>
              <a:rPr lang="en-US" altLang="ko-KR" smtClean="0"/>
              <a:t>Footprint</a:t>
            </a:r>
            <a:r>
              <a:rPr lang="ko-KR" altLang="en-US" smtClean="0"/>
              <a:t>를 원하는 위치에 놓기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60270"/>
            <a:ext cx="8453120" cy="44907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80147" y="5092054"/>
            <a:ext cx="911053" cy="7397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842508" y="4086214"/>
            <a:ext cx="371647" cy="92012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30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7. </a:t>
            </a:r>
            <a:r>
              <a:rPr lang="ko-KR" altLang="en-US" smtClean="0"/>
              <a:t>배선 재 연결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490345"/>
            <a:ext cx="10515600" cy="4351338"/>
          </a:xfrm>
        </p:spPr>
        <p:txBody>
          <a:bodyPr/>
          <a:lstStyle/>
          <a:p>
            <a:r>
              <a:rPr lang="ko-KR" altLang="en-US" smtClean="0"/>
              <a:t>추가된 부품의 끊어진 배선을 다시 연결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35" y="2035810"/>
            <a:ext cx="8541571" cy="45377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922982" y="3278909"/>
            <a:ext cx="1246909" cy="111759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602477" y="3872854"/>
            <a:ext cx="371647" cy="32576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0800000">
            <a:off x="7166607" y="3884284"/>
            <a:ext cx="371647" cy="32576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03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8. </a:t>
            </a:r>
            <a:r>
              <a:rPr lang="ko-KR" altLang="en-US" smtClean="0"/>
              <a:t>주변 선 정리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8055" y="1502353"/>
            <a:ext cx="11520054" cy="4351338"/>
          </a:xfrm>
        </p:spPr>
        <p:txBody>
          <a:bodyPr/>
          <a:lstStyle/>
          <a:p>
            <a:r>
              <a:rPr lang="ko-KR" altLang="en-US" smtClean="0"/>
              <a:t>추가된 부품과 기존 배선의 충돌을 방지하기위해 주변 배선을 이동함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36" y="2031108"/>
            <a:ext cx="8712114" cy="46283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98109" y="3398982"/>
            <a:ext cx="2641599" cy="194887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8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156</Words>
  <Application>Microsoft Office PowerPoint</Application>
  <PresentationFormat>와이드스크린</PresentationFormat>
  <Paragraphs>26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부품을 교체하기에 앞서</vt:lpstr>
      <vt:lpstr>1. 부품 추가하기</vt:lpstr>
      <vt:lpstr>2. 심볼 라이브러리에서 부품 찾기</vt:lpstr>
      <vt:lpstr>3. 심볼 변경하기</vt:lpstr>
      <vt:lpstr>4. PCB 편집기 창으로 이동</vt:lpstr>
      <vt:lpstr>5. PCB 업데이트하기</vt:lpstr>
      <vt:lpstr>6. 추가된 부품 놓기</vt:lpstr>
      <vt:lpstr>7. 배선 재 연결</vt:lpstr>
      <vt:lpstr>8. 주변 선 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Sul Onejae</dc:creator>
  <cp:lastModifiedBy>Sul Onejae</cp:lastModifiedBy>
  <cp:revision>8</cp:revision>
  <dcterms:created xsi:type="dcterms:W3CDTF">2026-07-23T13:54:09Z</dcterms:created>
  <dcterms:modified xsi:type="dcterms:W3CDTF">2026-07-23T15:29:21Z</dcterms:modified>
</cp:coreProperties>
</file>