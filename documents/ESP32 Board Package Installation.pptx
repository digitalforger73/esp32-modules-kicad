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50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00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48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12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3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14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93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44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22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329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ko-KR" sz="44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마스터 제목 스타일 편집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rPr>
              <a:t>&lt;날짜/시간&gt;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맑은 고딕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맑은 고딕"/>
              </a:rPr>
              <a:t>&lt;바닥글&gt;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7565D7-6940-4E61-8766-FB39A6EE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맑은 고딕"/>
              </a:rPr>
              <a:t>‹#›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ko-KR" sz="2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2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3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4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맑은 고딕"/>
              </a:rPr>
              <a:t>번째 개요 수준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4537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C51C6-6DC0-44C9-9D22-C607D239866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54566-09D5-4484-8C89-35B5A50CD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66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</a:t>
            </a:r>
            <a:r>
              <a:rPr lang="en-US" sz="44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직사각형 9"/>
          <p:cNvSpPr/>
          <p:nvPr/>
        </p:nvSpPr>
        <p:spPr>
          <a:xfrm>
            <a:off x="1123200" y="6008040"/>
            <a:ext cx="98121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https://dl.espressif.com/dl/package_esp32_index.json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4" name="그림 11"/>
          <p:cNvPicPr/>
          <p:nvPr/>
        </p:nvPicPr>
        <p:blipFill>
          <a:blip r:embed="rId2"/>
          <a:stretch/>
        </p:blipFill>
        <p:spPr>
          <a:xfrm>
            <a:off x="914400" y="1541160"/>
            <a:ext cx="8157600" cy="428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모서리가 둥근 직사각형 12"/>
          <p:cNvSpPr/>
          <p:nvPr/>
        </p:nvSpPr>
        <p:spPr>
          <a:xfrm>
            <a:off x="1490760" y="4563360"/>
            <a:ext cx="6240600" cy="2361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직사각형 14"/>
          <p:cNvSpPr/>
          <p:nvPr/>
        </p:nvSpPr>
        <p:spPr>
          <a:xfrm>
            <a:off x="838080" y="1612800"/>
            <a:ext cx="3191760" cy="52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File → Preferences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0546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>
                <a:solidFill>
                  <a:schemeClr val="lt1"/>
                </a:solidFill>
              </a:rPr>
              <a:t>ESP32 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직사각형 1"/>
          <p:cNvSpPr/>
          <p:nvPr/>
        </p:nvSpPr>
        <p:spPr>
          <a:xfrm>
            <a:off x="838080" y="1690560"/>
            <a:ext cx="6614640" cy="58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Board → Boards Manager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69" name="그림 4"/>
          <p:cNvPicPr/>
          <p:nvPr/>
        </p:nvPicPr>
        <p:blipFill>
          <a:blip r:embed="rId2"/>
          <a:stretch/>
        </p:blipFill>
        <p:spPr>
          <a:xfrm>
            <a:off x="341280" y="2500200"/>
            <a:ext cx="5469480" cy="357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그림 5"/>
          <p:cNvPicPr/>
          <p:nvPr/>
        </p:nvPicPr>
        <p:blipFill>
          <a:blip r:embed="rId3"/>
          <a:stretch/>
        </p:blipFill>
        <p:spPr>
          <a:xfrm>
            <a:off x="6540120" y="2500200"/>
            <a:ext cx="3658680" cy="331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모서리가 둥근 직사각형 10"/>
          <p:cNvSpPr/>
          <p:nvPr/>
        </p:nvSpPr>
        <p:spPr>
          <a:xfrm>
            <a:off x="6540120" y="3341160"/>
            <a:ext cx="2394360" cy="554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직사각형 13"/>
          <p:cNvSpPr/>
          <p:nvPr/>
        </p:nvSpPr>
        <p:spPr>
          <a:xfrm>
            <a:off x="6693480" y="5896440"/>
            <a:ext cx="2862556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3200" smtClean="0">
                <a:solidFill>
                  <a:schemeClr val="lt1"/>
                </a:solidFill>
                <a:latin typeface="맑은 고딕"/>
              </a:rPr>
              <a:t>Search</a:t>
            </a:r>
            <a:r>
              <a:rPr lang="ko-KR" sz="32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 </a:t>
            </a:r>
            <a:r>
              <a:rPr lang="en-US" altLang="ko-KR" sz="32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‘</a:t>
            </a:r>
            <a:r>
              <a:rPr lang="en-US" sz="32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ESP32</a:t>
            </a:r>
            <a:r>
              <a:rPr lang="en-US" sz="3200" smtClean="0">
                <a:solidFill>
                  <a:schemeClr val="lt1"/>
                </a:solidFill>
                <a:latin typeface="맑은 고딕"/>
              </a:rPr>
              <a:t>’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8802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>
                <a:solidFill>
                  <a:schemeClr val="lt1"/>
                </a:solidFill>
              </a:rPr>
              <a:t>ESP32 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74" name="그림 1"/>
          <p:cNvPicPr/>
          <p:nvPr/>
        </p:nvPicPr>
        <p:blipFill>
          <a:blip r:embed="rId2"/>
          <a:stretch/>
        </p:blipFill>
        <p:spPr>
          <a:xfrm>
            <a:off x="838080" y="1690560"/>
            <a:ext cx="3593520" cy="492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모서리가 둥근 직사각형 6"/>
          <p:cNvSpPr/>
          <p:nvPr/>
        </p:nvSpPr>
        <p:spPr>
          <a:xfrm>
            <a:off x="1162800" y="4831920"/>
            <a:ext cx="1887480" cy="15181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직사각형 2"/>
          <p:cNvSpPr/>
          <p:nvPr/>
        </p:nvSpPr>
        <p:spPr>
          <a:xfrm>
            <a:off x="4845240" y="1764720"/>
            <a:ext cx="6094800" cy="203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2800" b="1" smtClean="0">
                <a:solidFill>
                  <a:schemeClr val="lt1"/>
                </a:solidFill>
                <a:latin typeface="맑은 고딕"/>
              </a:rPr>
              <a:t>Choose</a:t>
            </a:r>
            <a:r>
              <a:rPr lang="en-US" sz="2800" b="1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: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5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ESP32 by </a:t>
            </a:r>
            <a:r>
              <a:rPr lang="en-US" sz="2800" b="1" u="sng" strike="noStrike">
                <a:solidFill>
                  <a:schemeClr val="lt1"/>
                </a:solidFill>
                <a:effectLst/>
                <a:uFillTx/>
                <a:latin typeface="맑은 고딕"/>
              </a:rPr>
              <a:t>Espressif Systems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5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✔ </a:t>
            </a:r>
            <a:r>
              <a:rPr lang="en-US" sz="28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and click ‘Install’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208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>
                <a:solidFill>
                  <a:schemeClr val="lt1"/>
                </a:solidFill>
              </a:rPr>
              <a:t>ESP32 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grpSp>
        <p:nvGrpSpPr>
          <p:cNvPr id="78" name="그룹 8"/>
          <p:cNvGrpSpPr/>
          <p:nvPr/>
        </p:nvGrpSpPr>
        <p:grpSpPr>
          <a:xfrm>
            <a:off x="917640" y="2031840"/>
            <a:ext cx="9070200" cy="4552200"/>
            <a:chOff x="917640" y="2031840"/>
            <a:chExt cx="9070200" cy="4552200"/>
          </a:xfrm>
        </p:grpSpPr>
        <p:pic>
          <p:nvPicPr>
            <p:cNvPr id="79" name="그림 4"/>
            <p:cNvPicPr/>
            <p:nvPr/>
          </p:nvPicPr>
          <p:blipFill>
            <a:blip r:embed="rId2"/>
            <a:stretch/>
          </p:blipFill>
          <p:spPr>
            <a:xfrm>
              <a:off x="917640" y="2031840"/>
              <a:ext cx="9070200" cy="455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" name="모서리가 둥근 직사각형 7"/>
            <p:cNvSpPr/>
            <p:nvPr/>
          </p:nvSpPr>
          <p:spPr>
            <a:xfrm>
              <a:off x="5271120" y="3220920"/>
              <a:ext cx="2594160" cy="2559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맑은 고딕"/>
              </a:endParaRPr>
            </a:p>
          </p:txBody>
        </p:sp>
      </p:grpSp>
      <p:sp>
        <p:nvSpPr>
          <p:cNvPr id="81" name="직사각형 5"/>
          <p:cNvSpPr/>
          <p:nvPr/>
        </p:nvSpPr>
        <p:spPr>
          <a:xfrm>
            <a:off x="838080" y="1508760"/>
            <a:ext cx="7700547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Board → </a:t>
            </a:r>
            <a:r>
              <a:rPr lang="en-US" sz="28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ESP32-WROOM DA Module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28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722561"/>
            <a:ext cx="1051452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altLang="ko-KR">
                <a:solidFill>
                  <a:schemeClr val="lt1"/>
                </a:solidFill>
              </a:rPr>
              <a:t>ESP32 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83" name="그림 82"/>
          <p:cNvPicPr/>
          <p:nvPr/>
        </p:nvPicPr>
        <p:blipFill>
          <a:blip r:embed="rId2"/>
          <a:stretch/>
        </p:blipFill>
        <p:spPr>
          <a:xfrm>
            <a:off x="5040000" y="1800000"/>
            <a:ext cx="6798240" cy="46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모서리가 둥근 직사각형 1"/>
          <p:cNvSpPr/>
          <p:nvPr/>
        </p:nvSpPr>
        <p:spPr>
          <a:xfrm>
            <a:off x="9277560" y="2880000"/>
            <a:ext cx="278172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모서리가 둥근 직사각형 11"/>
          <p:cNvSpPr/>
          <p:nvPr/>
        </p:nvSpPr>
        <p:spPr>
          <a:xfrm>
            <a:off x="5580000" y="3420000"/>
            <a:ext cx="2519280" cy="179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모서리가 둥근 직사각형 13"/>
          <p:cNvSpPr/>
          <p:nvPr/>
        </p:nvSpPr>
        <p:spPr>
          <a:xfrm>
            <a:off x="5580000" y="3420000"/>
            <a:ext cx="2519280" cy="179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모서리가 둥근 직사각형 14"/>
          <p:cNvSpPr/>
          <p:nvPr/>
        </p:nvSpPr>
        <p:spPr>
          <a:xfrm>
            <a:off x="8100000" y="3600000"/>
            <a:ext cx="1439280" cy="359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직사각형 10"/>
          <p:cNvSpPr/>
          <p:nvPr/>
        </p:nvSpPr>
        <p:spPr>
          <a:xfrm>
            <a:off x="720000" y="1800000"/>
            <a:ext cx="4098960" cy="25530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3200" smtClean="0">
                <a:solidFill>
                  <a:schemeClr val="lt1"/>
                </a:solidFill>
                <a:latin typeface="맑은 고딕"/>
              </a:rPr>
              <a:t>After connecting the board and PC by </a:t>
            </a:r>
            <a:r>
              <a:rPr lang="ko-KR" sz="32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 </a:t>
            </a:r>
            <a:r>
              <a:rPr lang="en-US" altLang="ko-KR" sz="32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a </a:t>
            </a:r>
            <a:r>
              <a:rPr lang="en-US" sz="3200" b="0" u="none" strike="noStrike" smtClean="0">
                <a:solidFill>
                  <a:schemeClr val="lt1"/>
                </a:solidFill>
                <a:effectLst/>
                <a:uFillTx/>
                <a:latin typeface="맑은 고딕"/>
              </a:rPr>
              <a:t>USB </a:t>
            </a:r>
            <a:r>
              <a:rPr lang="en-US" sz="3200" smtClean="0">
                <a:solidFill>
                  <a:schemeClr val="lt1"/>
                </a:solidFill>
                <a:latin typeface="맑은 고딕"/>
              </a:rPr>
              <a:t>cable,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Board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3875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그림 88"/>
          <p:cNvPicPr/>
          <p:nvPr/>
        </p:nvPicPr>
        <p:blipFill>
          <a:blip r:embed="rId2"/>
          <a:stretch/>
        </p:blipFill>
        <p:spPr>
          <a:xfrm>
            <a:off x="4680000" y="1440000"/>
            <a:ext cx="4859280" cy="526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ko-KR">
                <a:solidFill>
                  <a:schemeClr val="lt1"/>
                </a:solidFill>
              </a:rPr>
              <a:t>ESP32 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모서리가 둥근 직사각형 7"/>
          <p:cNvSpPr/>
          <p:nvPr/>
        </p:nvSpPr>
        <p:spPr>
          <a:xfrm>
            <a:off x="5400000" y="3420000"/>
            <a:ext cx="278172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직사각형 1"/>
          <p:cNvSpPr/>
          <p:nvPr/>
        </p:nvSpPr>
        <p:spPr>
          <a:xfrm>
            <a:off x="838080" y="1511640"/>
            <a:ext cx="2567520" cy="58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Tools → Port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1149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722561"/>
            <a:ext cx="1051452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altLang="ko-KR">
                <a:solidFill>
                  <a:schemeClr val="lt1"/>
                </a:solidFill>
              </a:rPr>
              <a:t>ESP32 Board Package Installation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94" name="그림 93"/>
          <p:cNvPicPr/>
          <p:nvPr/>
        </p:nvPicPr>
        <p:blipFill>
          <a:blip r:embed="rId2"/>
          <a:stretch/>
        </p:blipFill>
        <p:spPr>
          <a:xfrm>
            <a:off x="6120000" y="1690200"/>
            <a:ext cx="3959280" cy="48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모서리가 둥근 직사각형 2"/>
          <p:cNvSpPr/>
          <p:nvPr/>
        </p:nvSpPr>
        <p:spPr>
          <a:xfrm>
            <a:off x="7560000" y="4104000"/>
            <a:ext cx="215928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모서리가 둥근 직사각형 3"/>
          <p:cNvSpPr/>
          <p:nvPr/>
        </p:nvSpPr>
        <p:spPr>
          <a:xfrm>
            <a:off x="7560000" y="4104360"/>
            <a:ext cx="215928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모서리가 둥근 직사각형 4"/>
          <p:cNvSpPr/>
          <p:nvPr/>
        </p:nvSpPr>
        <p:spPr>
          <a:xfrm>
            <a:off x="6120000" y="3024000"/>
            <a:ext cx="1439280" cy="285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직사각형 8"/>
          <p:cNvSpPr/>
          <p:nvPr/>
        </p:nvSpPr>
        <p:spPr>
          <a:xfrm>
            <a:off x="838080" y="1511640"/>
            <a:ext cx="33012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맑은 고딕"/>
              </a:rPr>
              <a:t>File → Examples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3343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</Words>
  <Application>Microsoft Office PowerPoint</Application>
  <PresentationFormat>와이드스크린</PresentationFormat>
  <Paragraphs>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Symbol</vt:lpstr>
      <vt:lpstr>Wingdings</vt:lpstr>
      <vt:lpstr>Office 테마</vt:lpstr>
      <vt:lpstr>ESP32 Board Package Installation</vt:lpstr>
      <vt:lpstr>ESP32 Board Package Installation</vt:lpstr>
      <vt:lpstr>ESP32 Board Package Installation</vt:lpstr>
      <vt:lpstr>ESP32 Board Package Installation</vt:lpstr>
      <vt:lpstr>ESP32 Board Package Installation</vt:lpstr>
      <vt:lpstr>ESP32 Board Package Installation</vt:lpstr>
      <vt:lpstr>ESP32 Board Package Installation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보드 패키지 설치방법</dc:title>
  <dc:creator>Sul Onejae</dc:creator>
  <cp:lastModifiedBy>Sul Onejae</cp:lastModifiedBy>
  <cp:revision>3</cp:revision>
  <dcterms:created xsi:type="dcterms:W3CDTF">2026-07-25T07:58:58Z</dcterms:created>
  <dcterms:modified xsi:type="dcterms:W3CDTF">2026-07-25T08:02:28Z</dcterms:modified>
</cp:coreProperties>
</file>