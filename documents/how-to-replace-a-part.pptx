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 varScale="1">
        <p:scale>
          <a:sx n="83" d="100"/>
          <a:sy n="83" d="100"/>
        </p:scale>
        <p:origin x="38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42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56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144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24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2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40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01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28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02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5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17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73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qVhKbithF0&amp;t=1237s" TargetMode="External"/><Relationship Id="rId2" Type="http://schemas.openxmlformats.org/officeDocument/2006/relationships/hyperlink" Target="http://www.componentsearchengine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Before replacing a component,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226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ko-KR"/>
              <a:t>F</a:t>
            </a:r>
            <a:r>
              <a:rPr lang="en-US" altLang="ko-KR" smtClean="0"/>
              <a:t>irst </a:t>
            </a:r>
            <a:r>
              <a:rPr lang="en-US" altLang="ko-KR"/>
              <a:t>check whether it is available in the KiCad library.</a:t>
            </a:r>
          </a:p>
          <a:p>
            <a:pPr>
              <a:lnSpc>
                <a:spcPct val="170000"/>
              </a:lnSpc>
            </a:pPr>
            <a:r>
              <a:rPr lang="en-US" altLang="ko-KR"/>
              <a:t>If the component is not available, search for it online and add it to your KiCad library.</a:t>
            </a:r>
          </a:p>
          <a:p>
            <a:pPr>
              <a:lnSpc>
                <a:spcPct val="170000"/>
              </a:lnSpc>
            </a:pPr>
            <a:r>
              <a:rPr lang="en-US" altLang="ko-KR" b="1"/>
              <a:t>Component Search Engine:</a:t>
            </a:r>
            <a:endParaRPr lang="en-US" altLang="ko-KR"/>
          </a:p>
          <a:p>
            <a:pPr>
              <a:lnSpc>
                <a:spcPct val="170000"/>
              </a:lnSpc>
            </a:pPr>
            <a:r>
              <a:rPr lang="en-US" altLang="ko-KR">
                <a:hlinkClick r:id="rId2"/>
              </a:rPr>
              <a:t>www.componentsearchengine.com</a:t>
            </a:r>
            <a:endParaRPr lang="en-US" altLang="ko-KR"/>
          </a:p>
          <a:p>
            <a:pPr>
              <a:lnSpc>
                <a:spcPct val="170000"/>
              </a:lnSpc>
            </a:pPr>
            <a:r>
              <a:rPr lang="en-US" altLang="ko-KR"/>
              <a:t>For instructions on adding downloaded libraries to KiCad, refer to the following YouTube tutorial:</a:t>
            </a:r>
          </a:p>
          <a:p>
            <a:pPr>
              <a:lnSpc>
                <a:spcPct val="170000"/>
              </a:lnSpc>
            </a:pPr>
            <a:r>
              <a:rPr lang="en-US" altLang="ko-KR">
                <a:hlinkClick r:id="rId3"/>
              </a:rPr>
              <a:t>https://www.youtube.com/watch?v=7qVhKbithF0&amp;t=1237s</a:t>
            </a:r>
            <a:endParaRPr lang="en-US" altLang="ko-KR"/>
          </a:p>
          <a:p>
            <a:pPr>
              <a:lnSpc>
                <a:spcPct val="170000"/>
              </a:lnSpc>
            </a:pPr>
            <a:r>
              <a:rPr lang="en-US" altLang="ko-KR"/>
              <a:t>Component Search Engine provides free schematic symbols, PCB footprints, and 3D models for KiCad, making it a convenient resource when a required component is missing from the standard KiCad libraries</a:t>
            </a:r>
            <a:r>
              <a:rPr lang="en-US" altLang="ko-KR"/>
              <a:t>.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25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 </a:t>
            </a:r>
            <a:r>
              <a:rPr lang="en-US" altLang="ko-KR" smtClean="0"/>
              <a:t>Add a part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909320" y="154114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/>
              <a:t>Click the </a:t>
            </a:r>
            <a:r>
              <a:rPr lang="en-US" altLang="ko-KR" sz="2400" b="1"/>
              <a:t>Add Symbol</a:t>
            </a:r>
            <a:r>
              <a:rPr lang="en-US" altLang="ko-KR" sz="2400"/>
              <a:t> icon on the right toolbar, or simply press the </a:t>
            </a:r>
            <a:r>
              <a:rPr lang="en-US" altLang="ko-KR" sz="2400" b="1"/>
              <a:t>A</a:t>
            </a:r>
            <a:r>
              <a:rPr lang="en-US" altLang="ko-KR" sz="2400"/>
              <a:t> key to add a new component to the schematic.</a:t>
            </a:r>
            <a:endParaRPr lang="ko-KR" altLang="en-US" sz="24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160" y="2214290"/>
            <a:ext cx="8488283" cy="451163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107168" y="2962656"/>
            <a:ext cx="169275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922356" y="4126438"/>
            <a:ext cx="1032626" cy="7411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888565" y="3485981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solidFill>
                  <a:srgbClr val="FF0000"/>
                </a:solidFill>
              </a:rPr>
              <a:t>대체할 부품 심볼</a:t>
            </a:r>
            <a:endParaRPr lang="ko-KR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92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 </a:t>
            </a:r>
            <a:r>
              <a:rPr lang="en-US" altLang="ko-KR" smtClean="0"/>
              <a:t>Find a part in the symbol 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21760"/>
          </a:xfrm>
        </p:spPr>
        <p:txBody>
          <a:bodyPr>
            <a:normAutofit/>
          </a:bodyPr>
          <a:lstStyle/>
          <a:p>
            <a:r>
              <a:rPr lang="en-US" altLang="ko-KR" sz="2400"/>
              <a:t>Enter the component name in the </a:t>
            </a:r>
            <a:r>
              <a:rPr lang="en-US" altLang="ko-KR" sz="2400" b="1"/>
              <a:t>Library Filter</a:t>
            </a:r>
            <a:r>
              <a:rPr lang="en-US" altLang="ko-KR" sz="2400"/>
              <a:t> field (for example, </a:t>
            </a:r>
            <a:r>
              <a:rPr lang="en-US" altLang="ko-KR" sz="2400" b="1"/>
              <a:t>SKPMAME010</a:t>
            </a:r>
            <a:r>
              <a:rPr lang="en-US" altLang="ko-KR" sz="2400"/>
              <a:t>), then click </a:t>
            </a:r>
            <a:r>
              <a:rPr lang="en-US" altLang="ko-KR" sz="2400" b="1"/>
              <a:t>OK</a:t>
            </a:r>
            <a:r>
              <a:rPr lang="en-US" altLang="ko-KR" sz="2400"/>
              <a:t>.</a:t>
            </a:r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81" y="2342514"/>
            <a:ext cx="7801175" cy="436993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856509" y="2593202"/>
            <a:ext cx="489528" cy="2238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6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 </a:t>
            </a:r>
            <a:r>
              <a:rPr lang="en-US" altLang="ko-KR" smtClean="0"/>
              <a:t>Replace the symbol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8547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/>
              <a:t>Delete the existing symbol, then place the newly added symbol in the same location and reconnect the wires.</a:t>
            </a:r>
            <a:endParaRPr lang="ko-KR" altLang="en-US" sz="24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255" y="2457977"/>
            <a:ext cx="7965507" cy="423376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764289" y="4054303"/>
            <a:ext cx="1421601" cy="9368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744888" y="3439826"/>
            <a:ext cx="2702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mtClean="0">
                <a:solidFill>
                  <a:srgbClr val="FF0000"/>
                </a:solidFill>
              </a:rPr>
              <a:t>the new symbol</a:t>
            </a:r>
            <a:endParaRPr lang="ko-KR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5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4. </a:t>
            </a:r>
            <a:r>
              <a:rPr lang="en-US" altLang="ko-KR" smtClean="0"/>
              <a:t>Go to PCB editor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altLang="ko-KR" smtClean="0"/>
              <a:t>Move to PCB editor by clicking “Switch to PCB editor” icon.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11" y="2244436"/>
            <a:ext cx="8419403" cy="447501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781337" y="2502524"/>
            <a:ext cx="238299" cy="222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337" y="2738096"/>
            <a:ext cx="610583" cy="55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1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209" y="2225378"/>
            <a:ext cx="8337734" cy="442942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5. </a:t>
            </a:r>
            <a:r>
              <a:rPr lang="en-US" altLang="ko-KR" smtClean="0"/>
              <a:t>Update PCB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altLang="ko-KR" smtClean="0"/>
              <a:t>Click icon, “Update pcb from the schematic”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282227" y="2450454"/>
            <a:ext cx="238299" cy="222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54" y="2712777"/>
            <a:ext cx="620743" cy="60694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546764" y="3251200"/>
            <a:ext cx="2854612" cy="544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695515" y="3319725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solidFill>
                  <a:srgbClr val="FF0000"/>
                </a:solidFill>
              </a:rPr>
              <a:t>대체할 부품 심볼</a:t>
            </a:r>
            <a:endParaRPr lang="ko-KR" altLang="en-US" sz="240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35055" y="3796145"/>
            <a:ext cx="1052021" cy="84051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8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6. </a:t>
            </a:r>
            <a:r>
              <a:rPr lang="en-US" altLang="ko-KR" smtClean="0"/>
              <a:t>Place the new footprint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12265"/>
            <a:ext cx="10515600" cy="4351338"/>
          </a:xfrm>
        </p:spPr>
        <p:txBody>
          <a:bodyPr/>
          <a:lstStyle/>
          <a:p>
            <a:r>
              <a:rPr lang="en-US" altLang="ko-KR" smtClean="0"/>
              <a:t>Place the new footprint by clicking the mouse button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60270"/>
            <a:ext cx="8453120" cy="449072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880147" y="5092054"/>
            <a:ext cx="911053" cy="7397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4842508" y="4086214"/>
            <a:ext cx="371647" cy="92012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30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7. </a:t>
            </a:r>
            <a:r>
              <a:rPr lang="en-US" altLang="ko-KR" smtClean="0"/>
              <a:t>Rewire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490345"/>
            <a:ext cx="10515600" cy="4351338"/>
          </a:xfrm>
        </p:spPr>
        <p:txBody>
          <a:bodyPr/>
          <a:lstStyle/>
          <a:p>
            <a:r>
              <a:rPr lang="en-US" altLang="ko-KR" smtClean="0"/>
              <a:t>Reconnect the wires to the new footprint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435" y="2035810"/>
            <a:ext cx="8541571" cy="45377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922982" y="3278909"/>
            <a:ext cx="1246909" cy="111759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4602477" y="3872854"/>
            <a:ext cx="371647" cy="32576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 rot="10800000">
            <a:off x="7166607" y="3884284"/>
            <a:ext cx="371647" cy="32576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03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8. </a:t>
            </a:r>
            <a:r>
              <a:rPr lang="en-US" altLang="ko-KR" smtClean="0"/>
              <a:t>Arrange nearby paths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8055" y="1502353"/>
            <a:ext cx="11520054" cy="4351338"/>
          </a:xfrm>
        </p:spPr>
        <p:txBody>
          <a:bodyPr/>
          <a:lstStyle/>
          <a:p>
            <a:r>
              <a:rPr lang="en-US" altLang="ko-KR" smtClean="0"/>
              <a:t>Avoid conflict of existing wires with the new footprint.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36" y="2031108"/>
            <a:ext cx="8712114" cy="46283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498109" y="3398982"/>
            <a:ext cx="2641599" cy="194887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88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259</Words>
  <Application>Microsoft Office PowerPoint</Application>
  <PresentationFormat>와이드스크린</PresentationFormat>
  <Paragraphs>27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Before replacing a component,</vt:lpstr>
      <vt:lpstr>1. Add a part</vt:lpstr>
      <vt:lpstr>2. Find a part in the symbol library</vt:lpstr>
      <vt:lpstr>3. Replace the symbol</vt:lpstr>
      <vt:lpstr>4. Go to PCB editor</vt:lpstr>
      <vt:lpstr>5. Update PCB</vt:lpstr>
      <vt:lpstr>6. Place the new footprint</vt:lpstr>
      <vt:lpstr>7. Rewire</vt:lpstr>
      <vt:lpstr>8. Arrange nearby paths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Sul Onejae</dc:creator>
  <cp:lastModifiedBy>Sul Onejae</cp:lastModifiedBy>
  <cp:revision>9</cp:revision>
  <dcterms:created xsi:type="dcterms:W3CDTF">2026-07-23T13:54:09Z</dcterms:created>
  <dcterms:modified xsi:type="dcterms:W3CDTF">2026-07-24T08:37:32Z</dcterms:modified>
</cp:coreProperties>
</file>