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C51C6-6DC0-44C9-9D22-C607D239866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54566-09D5-4484-8C89-35B5A50CD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8508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C51C6-6DC0-44C9-9D22-C607D239866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54566-09D5-4484-8C89-35B5A50CD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0000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C51C6-6DC0-44C9-9D22-C607D239866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54566-09D5-4484-8C89-35B5A50CD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0486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C51C6-6DC0-44C9-9D22-C607D239866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54566-09D5-4484-8C89-35B5A50CD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122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C51C6-6DC0-44C9-9D22-C607D239866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54566-09D5-4484-8C89-35B5A50CD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8536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C51C6-6DC0-44C9-9D22-C607D239866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54566-09D5-4484-8C89-35B5A50CD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9148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C51C6-6DC0-44C9-9D22-C607D239866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54566-09D5-4484-8C89-35B5A50CD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6225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C51C6-6DC0-44C9-9D22-C607D239866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54566-09D5-4484-8C89-35B5A50CD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2935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C51C6-6DC0-44C9-9D22-C607D239866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54566-09D5-4484-8C89-35B5A50CD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44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C51C6-6DC0-44C9-9D22-C607D239866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54566-09D5-4484-8C89-35B5A50CD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2226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C51C6-6DC0-44C9-9D22-C607D239866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54566-09D5-4484-8C89-35B5A50CD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23297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제목만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ko-KR" sz="44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마스터 제목 스타일 편집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맑은 고딕"/>
              </a:rPr>
              <a:t>&lt;날짜/시간&gt;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맑은 고딕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맑은 고딕"/>
              </a:rPr>
              <a:t>&lt;바닥글&gt;</a:t>
            </a:r>
          </a:p>
        </p:txBody>
      </p:sp>
      <p:sp>
        <p:nvSpPr>
          <p:cNvPr id="19" name="PlaceHolder 4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87565D7-6940-4E61-8766-FB39A6EE6BA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맑은 고딕"/>
              </a:rPr>
              <a:t>‹#›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ko-KR" sz="2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개요 텍스트의 서식을 편집하려면 클릭하십시오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2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번째 개요 수준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3</a:t>
            </a: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번째 개요 수준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4</a:t>
            </a: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번째 개요 수준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5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번째 개요 수준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6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번째 개요 수준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7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번째 개요 수준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245377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CC51C6-6DC0-44C9-9D22-C607D239866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154566-09D5-4484-8C89-35B5A50CD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6664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lt1"/>
                </a:solidFill>
                <a:effectLst/>
                <a:uFillTx/>
                <a:latin typeface="맑은 고딕"/>
              </a:rPr>
              <a:t>ESP32 </a:t>
            </a:r>
            <a:r>
              <a:rPr lang="ko-KR" sz="4400" b="0" u="none" strike="noStrike">
                <a:solidFill>
                  <a:schemeClr val="lt1"/>
                </a:solidFill>
                <a:effectLst/>
                <a:uFillTx/>
                <a:latin typeface="맑은 고딕"/>
              </a:rPr>
              <a:t>보드 패키지 설치방법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3" name="직사각형 9"/>
          <p:cNvSpPr/>
          <p:nvPr/>
        </p:nvSpPr>
        <p:spPr>
          <a:xfrm>
            <a:off x="1123200" y="6008040"/>
            <a:ext cx="98121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맑은 고딕"/>
              </a:rPr>
              <a:t>https://dl.espressif.com/dl/package_esp32_index.json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64" name="그림 11"/>
          <p:cNvPicPr/>
          <p:nvPr/>
        </p:nvPicPr>
        <p:blipFill>
          <a:blip r:embed="rId2"/>
          <a:stretch/>
        </p:blipFill>
        <p:spPr>
          <a:xfrm>
            <a:off x="914400" y="1541160"/>
            <a:ext cx="8157600" cy="428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모서리가 둥근 직사각형 12"/>
          <p:cNvSpPr/>
          <p:nvPr/>
        </p:nvSpPr>
        <p:spPr>
          <a:xfrm>
            <a:off x="1490760" y="4563360"/>
            <a:ext cx="6240600" cy="23616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맑은 고딕"/>
            </a:endParaRPr>
          </a:p>
        </p:txBody>
      </p:sp>
      <p:sp>
        <p:nvSpPr>
          <p:cNvPr id="66" name="직사각형 14"/>
          <p:cNvSpPr/>
          <p:nvPr/>
        </p:nvSpPr>
        <p:spPr>
          <a:xfrm>
            <a:off x="838080" y="1612800"/>
            <a:ext cx="3191760" cy="52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맑은 고딕"/>
              </a:rPr>
              <a:t>File → Preferences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20546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lt1"/>
                </a:solidFill>
                <a:effectLst/>
                <a:uFillTx/>
                <a:latin typeface="맑은 고딕"/>
              </a:rPr>
              <a:t>ESP32 </a:t>
            </a:r>
            <a:r>
              <a:rPr lang="ko-KR" sz="4400" b="0" u="none" strike="noStrike">
                <a:solidFill>
                  <a:schemeClr val="lt1"/>
                </a:solidFill>
                <a:effectLst/>
                <a:uFillTx/>
                <a:latin typeface="맑은 고딕"/>
              </a:rPr>
              <a:t>보드 패키지 설치방법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8" name="직사각형 1"/>
          <p:cNvSpPr/>
          <p:nvPr/>
        </p:nvSpPr>
        <p:spPr>
          <a:xfrm>
            <a:off x="838080" y="1690560"/>
            <a:ext cx="6614640" cy="58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맑은 고딕"/>
              </a:rPr>
              <a:t>Tools → Board → Boards Manager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69" name="그림 4"/>
          <p:cNvPicPr/>
          <p:nvPr/>
        </p:nvPicPr>
        <p:blipFill>
          <a:blip r:embed="rId2"/>
          <a:stretch/>
        </p:blipFill>
        <p:spPr>
          <a:xfrm>
            <a:off x="341280" y="2500200"/>
            <a:ext cx="5469480" cy="357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" name="그림 5"/>
          <p:cNvPicPr/>
          <p:nvPr/>
        </p:nvPicPr>
        <p:blipFill>
          <a:blip r:embed="rId3"/>
          <a:stretch/>
        </p:blipFill>
        <p:spPr>
          <a:xfrm>
            <a:off x="6540120" y="2500200"/>
            <a:ext cx="3658680" cy="331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모서리가 둥근 직사각형 10"/>
          <p:cNvSpPr/>
          <p:nvPr/>
        </p:nvSpPr>
        <p:spPr>
          <a:xfrm>
            <a:off x="6540120" y="3341160"/>
            <a:ext cx="2394360" cy="55404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맑은 고딕"/>
            </a:endParaRPr>
          </a:p>
        </p:txBody>
      </p:sp>
      <p:sp>
        <p:nvSpPr>
          <p:cNvPr id="72" name="직사각형 13"/>
          <p:cNvSpPr/>
          <p:nvPr/>
        </p:nvSpPr>
        <p:spPr>
          <a:xfrm>
            <a:off x="6693480" y="5896440"/>
            <a:ext cx="3910680" cy="58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3200" b="0" u="none" strike="noStrike">
                <a:solidFill>
                  <a:schemeClr val="lt1"/>
                </a:solidFill>
                <a:effectLst/>
                <a:uFillTx/>
                <a:latin typeface="맑은 고딕"/>
              </a:rPr>
              <a:t>검색창에 </a:t>
            </a: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맑은 고딕"/>
              </a:rPr>
              <a:t>ESP32</a:t>
            </a:r>
            <a:r>
              <a:rPr lang="ko-KR" sz="3200" b="0" u="none" strike="noStrike">
                <a:solidFill>
                  <a:schemeClr val="lt1"/>
                </a:solidFill>
                <a:effectLst/>
                <a:uFillTx/>
                <a:latin typeface="맑은 고딕"/>
              </a:rPr>
              <a:t>입력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788020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lt1"/>
                </a:solidFill>
                <a:effectLst/>
                <a:uFillTx/>
                <a:latin typeface="맑은 고딕"/>
              </a:rPr>
              <a:t>ESP32 </a:t>
            </a:r>
            <a:r>
              <a:rPr lang="ko-KR" sz="4400" b="0" u="none" strike="noStrike">
                <a:solidFill>
                  <a:schemeClr val="lt1"/>
                </a:solidFill>
                <a:effectLst/>
                <a:uFillTx/>
                <a:latin typeface="맑은 고딕"/>
              </a:rPr>
              <a:t>보드 패키지 설치방법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74" name="그림 1"/>
          <p:cNvPicPr/>
          <p:nvPr/>
        </p:nvPicPr>
        <p:blipFill>
          <a:blip r:embed="rId2"/>
          <a:stretch/>
        </p:blipFill>
        <p:spPr>
          <a:xfrm>
            <a:off x="838080" y="1690560"/>
            <a:ext cx="3593520" cy="492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모서리가 둥근 직사각형 6"/>
          <p:cNvSpPr/>
          <p:nvPr/>
        </p:nvSpPr>
        <p:spPr>
          <a:xfrm>
            <a:off x="1162800" y="4831920"/>
            <a:ext cx="1887480" cy="151812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맑은 고딕"/>
            </a:endParaRPr>
          </a:p>
        </p:txBody>
      </p:sp>
      <p:sp>
        <p:nvSpPr>
          <p:cNvPr id="76" name="직사각형 2"/>
          <p:cNvSpPr/>
          <p:nvPr/>
        </p:nvSpPr>
        <p:spPr>
          <a:xfrm>
            <a:off x="4845240" y="1764720"/>
            <a:ext cx="6094800" cy="203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ko-KR" sz="2800" b="1" u="none" strike="noStrike">
                <a:solidFill>
                  <a:schemeClr val="lt1"/>
                </a:solidFill>
                <a:effectLst/>
                <a:uFillTx/>
                <a:latin typeface="맑은 고딕"/>
              </a:rPr>
              <a:t>다음 항목 선택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맑은 고딕"/>
              </a:rPr>
              <a:t>: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50000"/>
              </a:lnSpc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맑은 고딕"/>
              </a:rPr>
              <a:t>ESP32 by </a:t>
            </a:r>
            <a:r>
              <a:rPr lang="en-US" sz="2800" b="1" u="sng" strike="noStrike">
                <a:solidFill>
                  <a:schemeClr val="lt1"/>
                </a:solidFill>
                <a:effectLst/>
                <a:uFillTx/>
                <a:latin typeface="맑은 고딕"/>
              </a:rPr>
              <a:t>Espressif Systems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50000"/>
              </a:lnSpc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맑은 고딕"/>
              </a:rPr>
              <a:t>✔ Install </a:t>
            </a:r>
            <a:r>
              <a:rPr lang="ko-KR" sz="2800" b="0" u="none" strike="noStrike">
                <a:solidFill>
                  <a:schemeClr val="lt1"/>
                </a:solidFill>
                <a:effectLst/>
                <a:uFillTx/>
                <a:latin typeface="맑은 고딕"/>
              </a:rPr>
              <a:t>클릭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920884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lt1"/>
                </a:solidFill>
                <a:effectLst/>
                <a:uFillTx/>
                <a:latin typeface="맑은 고딕"/>
              </a:rPr>
              <a:t>ESP32 </a:t>
            </a:r>
            <a:r>
              <a:rPr lang="ko-KR" sz="4400" b="0" u="none" strike="noStrike">
                <a:solidFill>
                  <a:schemeClr val="lt1"/>
                </a:solidFill>
                <a:effectLst/>
                <a:uFillTx/>
                <a:latin typeface="맑은 고딕"/>
              </a:rPr>
              <a:t>보드 패키지 설치방법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grpSp>
        <p:nvGrpSpPr>
          <p:cNvPr id="78" name="그룹 8"/>
          <p:cNvGrpSpPr/>
          <p:nvPr/>
        </p:nvGrpSpPr>
        <p:grpSpPr>
          <a:xfrm>
            <a:off x="917640" y="2031840"/>
            <a:ext cx="9070200" cy="4552200"/>
            <a:chOff x="917640" y="2031840"/>
            <a:chExt cx="9070200" cy="4552200"/>
          </a:xfrm>
        </p:grpSpPr>
        <p:pic>
          <p:nvPicPr>
            <p:cNvPr id="79" name="그림 4"/>
            <p:cNvPicPr/>
            <p:nvPr/>
          </p:nvPicPr>
          <p:blipFill>
            <a:blip r:embed="rId2"/>
            <a:stretch/>
          </p:blipFill>
          <p:spPr>
            <a:xfrm>
              <a:off x="917640" y="2031840"/>
              <a:ext cx="9070200" cy="4552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0" name="모서리가 둥근 직사각형 7"/>
            <p:cNvSpPr/>
            <p:nvPr/>
          </p:nvSpPr>
          <p:spPr>
            <a:xfrm>
              <a:off x="5271120" y="3220920"/>
              <a:ext cx="2594160" cy="255960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맑은 고딕"/>
              </a:endParaRPr>
            </a:p>
          </p:txBody>
        </p:sp>
      </p:grpSp>
      <p:sp>
        <p:nvSpPr>
          <p:cNvPr id="81" name="직사각형 5"/>
          <p:cNvSpPr/>
          <p:nvPr/>
        </p:nvSpPr>
        <p:spPr>
          <a:xfrm>
            <a:off x="838080" y="1508760"/>
            <a:ext cx="7700547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맑은 고딕"/>
              </a:rPr>
              <a:t>Tools → Board → </a:t>
            </a:r>
            <a:r>
              <a:rPr lang="en-US" sz="2800" b="0" u="none" strike="noStrike" smtClean="0">
                <a:solidFill>
                  <a:schemeClr val="lt1"/>
                </a:solidFill>
                <a:effectLst/>
                <a:uFillTx/>
                <a:latin typeface="맑은 고딕"/>
              </a:rPr>
              <a:t>ESP32-WROOM DA Module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2280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4320"/>
            <a:ext cx="10514520" cy="1325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lt1"/>
                </a:solidFill>
                <a:effectLst/>
                <a:uFillTx/>
                <a:latin typeface="맑은 고딕"/>
              </a:rPr>
              <a:t>ESP32 </a:t>
            </a:r>
            <a:r>
              <a:rPr lang="ko-KR" sz="4400" b="0" u="none" strike="noStrike">
                <a:solidFill>
                  <a:schemeClr val="lt1"/>
                </a:solidFill>
                <a:effectLst/>
                <a:uFillTx/>
                <a:latin typeface="맑은 고딕"/>
              </a:rPr>
              <a:t>보드 패키지 설치방법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83" name="그림 82"/>
          <p:cNvPicPr/>
          <p:nvPr/>
        </p:nvPicPr>
        <p:blipFill>
          <a:blip r:embed="rId2"/>
          <a:stretch/>
        </p:blipFill>
        <p:spPr>
          <a:xfrm>
            <a:off x="5040000" y="1800000"/>
            <a:ext cx="6798240" cy="467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모서리가 둥근 직사각형 1"/>
          <p:cNvSpPr/>
          <p:nvPr/>
        </p:nvSpPr>
        <p:spPr>
          <a:xfrm>
            <a:off x="9277560" y="2880000"/>
            <a:ext cx="2781720" cy="2854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맑은 고딕"/>
            </a:endParaRPr>
          </a:p>
        </p:txBody>
      </p:sp>
      <p:sp>
        <p:nvSpPr>
          <p:cNvPr id="85" name="모서리가 둥근 직사각형 11"/>
          <p:cNvSpPr/>
          <p:nvPr/>
        </p:nvSpPr>
        <p:spPr>
          <a:xfrm>
            <a:off x="5580000" y="3420000"/>
            <a:ext cx="2519280" cy="1792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맑은 고딕"/>
            </a:endParaRPr>
          </a:p>
        </p:txBody>
      </p:sp>
      <p:sp>
        <p:nvSpPr>
          <p:cNvPr id="86" name="모서리가 둥근 직사각형 13"/>
          <p:cNvSpPr/>
          <p:nvPr/>
        </p:nvSpPr>
        <p:spPr>
          <a:xfrm>
            <a:off x="5580000" y="3420000"/>
            <a:ext cx="2519280" cy="1792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맑은 고딕"/>
            </a:endParaRPr>
          </a:p>
        </p:txBody>
      </p:sp>
      <p:sp>
        <p:nvSpPr>
          <p:cNvPr id="87" name="모서리가 둥근 직사각형 14"/>
          <p:cNvSpPr/>
          <p:nvPr/>
        </p:nvSpPr>
        <p:spPr>
          <a:xfrm>
            <a:off x="8100000" y="3600000"/>
            <a:ext cx="1439280" cy="3592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맑은 고딕"/>
            </a:endParaRPr>
          </a:p>
        </p:txBody>
      </p:sp>
      <p:sp>
        <p:nvSpPr>
          <p:cNvPr id="88" name="직사각형 10"/>
          <p:cNvSpPr/>
          <p:nvPr/>
        </p:nvSpPr>
        <p:spPr>
          <a:xfrm>
            <a:off x="720000" y="1800000"/>
            <a:ext cx="4319280" cy="20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3200" b="0" u="none" strike="noStrike">
                <a:solidFill>
                  <a:schemeClr val="lt1"/>
                </a:solidFill>
                <a:effectLst/>
                <a:uFillTx/>
                <a:latin typeface="맑은 고딕"/>
              </a:rPr>
              <a:t>제작한 보드와 </a:t>
            </a: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맑은 고딕"/>
              </a:rPr>
              <a:t>PC</a:t>
            </a:r>
            <a:r>
              <a:rPr lang="ko-KR" sz="3200" b="0" u="none" strike="noStrike">
                <a:solidFill>
                  <a:schemeClr val="lt1"/>
                </a:solidFill>
                <a:effectLst/>
                <a:uFillTx/>
                <a:latin typeface="맑은 고딕"/>
              </a:rPr>
              <a:t>를 </a:t>
            </a: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맑은 고딕"/>
              </a:rPr>
              <a:t>USB </a:t>
            </a:r>
            <a:r>
              <a:rPr lang="ko-KR" sz="3200" b="0" u="none" strike="noStrike">
                <a:solidFill>
                  <a:schemeClr val="lt1"/>
                </a:solidFill>
                <a:effectLst/>
                <a:uFillTx/>
                <a:latin typeface="맑은 고딕"/>
              </a:rPr>
              <a:t>케이블로 연결 후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</a:pP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맑은 고딕"/>
              </a:rPr>
              <a:t>Tools → Board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638758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그림 88"/>
          <p:cNvPicPr/>
          <p:nvPr/>
        </p:nvPicPr>
        <p:blipFill>
          <a:blip r:embed="rId2"/>
          <a:stretch/>
        </p:blipFill>
        <p:spPr>
          <a:xfrm>
            <a:off x="4680000" y="1440000"/>
            <a:ext cx="4859280" cy="526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lt1"/>
                </a:solidFill>
                <a:effectLst/>
                <a:uFillTx/>
                <a:latin typeface="맑은 고딕"/>
              </a:rPr>
              <a:t>ESP32 </a:t>
            </a:r>
            <a:r>
              <a:rPr lang="ko-KR" sz="4400" b="0" u="none" strike="noStrike">
                <a:solidFill>
                  <a:schemeClr val="lt1"/>
                </a:solidFill>
                <a:effectLst/>
                <a:uFillTx/>
                <a:latin typeface="맑은 고딕"/>
              </a:rPr>
              <a:t>보드 패키지 설치방법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91" name="모서리가 둥근 직사각형 7"/>
          <p:cNvSpPr/>
          <p:nvPr/>
        </p:nvSpPr>
        <p:spPr>
          <a:xfrm>
            <a:off x="5400000" y="3420000"/>
            <a:ext cx="2781720" cy="2854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맑은 고딕"/>
            </a:endParaRPr>
          </a:p>
        </p:txBody>
      </p:sp>
      <p:sp>
        <p:nvSpPr>
          <p:cNvPr id="92" name="직사각형 1"/>
          <p:cNvSpPr/>
          <p:nvPr/>
        </p:nvSpPr>
        <p:spPr>
          <a:xfrm>
            <a:off x="838080" y="1511640"/>
            <a:ext cx="2567520" cy="58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맑은 고딕"/>
              </a:rPr>
              <a:t>Tools → Port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411496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838080" y="364320"/>
            <a:ext cx="10514520" cy="1325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lt1"/>
                </a:solidFill>
                <a:effectLst/>
                <a:uFillTx/>
                <a:latin typeface="맑은 고딕"/>
              </a:rPr>
              <a:t>ESP32 </a:t>
            </a:r>
            <a:r>
              <a:rPr lang="ko-KR" sz="4400" b="0" u="none" strike="noStrike">
                <a:solidFill>
                  <a:schemeClr val="lt1"/>
                </a:solidFill>
                <a:effectLst/>
                <a:uFillTx/>
                <a:latin typeface="맑은 고딕"/>
              </a:rPr>
              <a:t>보드 패키지 설치방법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94" name="그림 93"/>
          <p:cNvPicPr/>
          <p:nvPr/>
        </p:nvPicPr>
        <p:blipFill>
          <a:blip r:embed="rId2"/>
          <a:stretch/>
        </p:blipFill>
        <p:spPr>
          <a:xfrm>
            <a:off x="6120000" y="1690200"/>
            <a:ext cx="3959280" cy="486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모서리가 둥근 직사각형 2"/>
          <p:cNvSpPr/>
          <p:nvPr/>
        </p:nvSpPr>
        <p:spPr>
          <a:xfrm>
            <a:off x="7560000" y="4104000"/>
            <a:ext cx="2159280" cy="2854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맑은 고딕"/>
            </a:endParaRPr>
          </a:p>
        </p:txBody>
      </p:sp>
      <p:sp>
        <p:nvSpPr>
          <p:cNvPr id="96" name="모서리가 둥근 직사각형 3"/>
          <p:cNvSpPr/>
          <p:nvPr/>
        </p:nvSpPr>
        <p:spPr>
          <a:xfrm>
            <a:off x="7560000" y="4104360"/>
            <a:ext cx="2159280" cy="2854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맑은 고딕"/>
            </a:endParaRPr>
          </a:p>
        </p:txBody>
      </p:sp>
      <p:sp>
        <p:nvSpPr>
          <p:cNvPr id="97" name="모서리가 둥근 직사각형 4"/>
          <p:cNvSpPr/>
          <p:nvPr/>
        </p:nvSpPr>
        <p:spPr>
          <a:xfrm>
            <a:off x="6120000" y="3024000"/>
            <a:ext cx="1439280" cy="2854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맑은 고딕"/>
            </a:endParaRPr>
          </a:p>
        </p:txBody>
      </p:sp>
      <p:sp>
        <p:nvSpPr>
          <p:cNvPr id="98" name="직사각형 8"/>
          <p:cNvSpPr/>
          <p:nvPr/>
        </p:nvSpPr>
        <p:spPr>
          <a:xfrm>
            <a:off x="838080" y="1511640"/>
            <a:ext cx="330120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맑은 고딕"/>
              </a:rPr>
              <a:t>File → Examples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433436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</Words>
  <Application>Microsoft Office PowerPoint</Application>
  <PresentationFormat>와이드스크린</PresentationFormat>
  <Paragraphs>20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맑은 고딕</vt:lpstr>
      <vt:lpstr>Arial</vt:lpstr>
      <vt:lpstr>Symbol</vt:lpstr>
      <vt:lpstr>Wingdings</vt:lpstr>
      <vt:lpstr>Office 테마</vt:lpstr>
      <vt:lpstr>ESP32 보드 패키지 설치방법</vt:lpstr>
      <vt:lpstr>ESP32 보드 패키지 설치방법</vt:lpstr>
      <vt:lpstr>ESP32 보드 패키지 설치방법</vt:lpstr>
      <vt:lpstr>ESP32 보드 패키지 설치방법</vt:lpstr>
      <vt:lpstr>ESP32 보드 패키지 설치방법</vt:lpstr>
      <vt:lpstr>ESP32 보드 패키지 설치방법</vt:lpstr>
      <vt:lpstr>ESP32 보드 패키지 설치방법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ESP32 보드 패키지 설치방법</dc:title>
  <dc:creator>Sul Onejae</dc:creator>
  <cp:lastModifiedBy>Sul Onejae</cp:lastModifiedBy>
  <cp:revision>1</cp:revision>
  <dcterms:created xsi:type="dcterms:W3CDTF">2026-07-25T07:58:58Z</dcterms:created>
  <dcterms:modified xsi:type="dcterms:W3CDTF">2026-07-25T07:59:22Z</dcterms:modified>
</cp:coreProperties>
</file>